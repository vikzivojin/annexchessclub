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777240"/>
            <a:ext cx="1005840" cy="1005840"/>
          </a:xfrm>
          <a:prstGeom prst="ellipse">
            <a:avLst/>
          </a:prstGeom>
          <a:solidFill>
            <a:srgbClr val="1F22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1003554"/>
            <a:ext cx="553212" cy="5532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148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9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CHESS CLUB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1460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Redesign Proposal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611880"/>
            <a:ext cx="9628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member-first website with online registration and a self-service admin portal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Annex Chess Club Board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Viktor Zivojinovic  ·  [Proposal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64592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current site holds the club back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65176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the new website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65760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included: the public site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17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466344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included: member accounts and the admin portal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94476" y="1600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871716" y="164592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direction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94476" y="2606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71716" y="265176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and phases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94476" y="3611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71716" y="365760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4617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71716" y="4663440"/>
            <a:ext cx="44485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change is needed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site has served the club well, but it wasn't built for how members want to interact with the club today.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134356" cy="1691640"/>
          </a:xfrm>
          <a:prstGeom prst="roundRect">
            <a:avLst>
              <a:gd name="adj" fmla="val 4324"/>
            </a:avLst>
          </a:prstGeom>
          <a:solidFill>
            <a:srgbClr val="F1EC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online membership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87752"/>
            <a:ext cx="4494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or renewing means calling, emailing, or showing up in person. There's no way to register on the site.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3076" y="1965960"/>
            <a:ext cx="5134356" cy="1691640"/>
          </a:xfrm>
          <a:prstGeom prst="roundRect">
            <a:avLst>
              <a:gd name="adj" fmla="val 4324"/>
            </a:avLst>
          </a:prstGeom>
          <a:solidFill>
            <a:srgbClr val="F1ECD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43116" y="21945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self-service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3116" y="2587752"/>
            <a:ext cx="4494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change, new event, or announcement has to go through whoever can edit the site's code.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5134356" cy="1691640"/>
          </a:xfrm>
          <a:prstGeom prst="roundRect">
            <a:avLst>
              <a:gd name="adj" fmla="val 4324"/>
            </a:avLst>
          </a:prstGeom>
          <a:solidFill>
            <a:srgbClr val="F1EC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20624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Dated design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599432"/>
            <a:ext cx="4494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 and navigation don't reflect the club well to a newcomer checking it out for the first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3076" y="3977640"/>
            <a:ext cx="5134356" cy="1691640"/>
          </a:xfrm>
          <a:prstGeom prst="roundRect">
            <a:avLst>
              <a:gd name="adj" fmla="val 4324"/>
            </a:avLst>
          </a:prstGeom>
          <a:solidFill>
            <a:srgbClr val="F1EC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43116" y="420624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mobile-friendly member area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4599432"/>
            <a:ext cx="4494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account, no member profile, and nothing personalized for the people who use the club most.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new site should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69339" y="1737360"/>
            <a:ext cx="731520" cy="731520"/>
          </a:xfrm>
          <a:prstGeom prst="ellipse">
            <a:avLst/>
          </a:prstGeom>
          <a:solidFill>
            <a:srgbClr val="2225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931" y="190195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697480"/>
            <a:ext cx="24071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people join online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37560"/>
            <a:ext cx="24071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can register for membership directly on the site, no phone call required.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42257" y="1737360"/>
            <a:ext cx="731520" cy="731520"/>
          </a:xfrm>
          <a:prstGeom prst="ellipse">
            <a:avLst/>
          </a:prstGeom>
          <a:solidFill>
            <a:srgbClr val="2225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849" y="19019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04438" y="2697480"/>
            <a:ext cx="24071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club control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504438" y="3337560"/>
            <a:ext cx="24071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members and organizers can update the schedule, events, and announcements themselves.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115175" y="1737360"/>
            <a:ext cx="731520" cy="731520"/>
          </a:xfrm>
          <a:prstGeom prst="ellipse">
            <a:avLst/>
          </a:prstGeom>
          <a:solidFill>
            <a:srgbClr val="2225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767" y="190195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77356" y="2697480"/>
            <a:ext cx="24071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everywhere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277356" y="3337560"/>
            <a:ext cx="24071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fast experience on a phone in the skittles room just as much as on a desktop.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888093" y="1737360"/>
            <a:ext cx="731520" cy="731520"/>
          </a:xfrm>
          <a:prstGeom prst="ellipse">
            <a:avLst/>
          </a:prstGeom>
          <a:solidFill>
            <a:srgbClr val="2225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685" y="190195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0274" y="2697480"/>
            <a:ext cx="24071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 the club well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050274" y="3337560"/>
            <a:ext cx="24071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sleek, easy-to-navigate design that reflects the club's standing in the Toronto chess community.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 — the public site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rebuild of every page the public sees today, redesigned around clarity and ease of navigation.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F0E3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56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Redesigned pages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1856232"/>
            <a:ext cx="6748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Schedule, Classes, Membership, and Contact, rebuilt with a consistent, sleek visual identity.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862072"/>
            <a:ext cx="640080" cy="640080"/>
          </a:xfrm>
          <a:prstGeom prst="ellipse">
            <a:avLst/>
          </a:prstGeom>
          <a:solidFill>
            <a:srgbClr val="F0E3C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0220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8437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schedule &amp; events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2843784"/>
            <a:ext cx="6748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tournament schedule, divisions, and major events like the Toronto Open laid out clearly, with no digging required.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3849624"/>
            <a:ext cx="640080" cy="640080"/>
          </a:xfrm>
          <a:prstGeom prst="ellipse">
            <a:avLst/>
          </a:prstGeom>
          <a:solidFill>
            <a:srgbClr val="F0E3C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00964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8313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3831336"/>
            <a:ext cx="6748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on the home page for the club to surface time-sensitive news without touching the rest of the site.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1520" y="4837176"/>
            <a:ext cx="640080" cy="640080"/>
          </a:xfrm>
          <a:prstGeom prst="ellipse">
            <a:avLst/>
          </a:prstGeom>
          <a:solidFill>
            <a:srgbClr val="F0E3C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9971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48188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last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709160" y="4818888"/>
            <a:ext cx="6748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codebase (React, TypeScript) that's straightforward to maintain and extend as the club's needs change.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 — accounts &amp; admin portal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pieces that turn the site from a brochure into a working tool for the club.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34356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4DD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40280"/>
            <a:ext cx="640080" cy="640080"/>
          </a:xfrm>
          <a:prstGeom prst="ellipse">
            <a:avLst/>
          </a:prstGeom>
          <a:solidFill>
            <a:srgbClr val="F0E3C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003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017520"/>
            <a:ext cx="4494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accounts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566160"/>
            <a:ext cx="4494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register directly on the site with an email and password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are active right away, no waiting on manual approval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account page for each member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 in, handled by Google Firebase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134356" cy="4114800"/>
          </a:xfrm>
          <a:prstGeom prst="roundRect">
            <a:avLst>
              <a:gd name="adj" fmla="val 1778"/>
            </a:avLst>
          </a:prstGeom>
          <a:solidFill>
            <a:srgbClr val="16181D"/>
          </a:solidFill>
          <a:ln/>
        </p:spPr>
      </p:sp>
      <p:sp>
        <p:nvSpPr>
          <p:cNvPr id="10" name="Shape 7"/>
          <p:cNvSpPr/>
          <p:nvPr/>
        </p:nvSpPr>
        <p:spPr>
          <a:xfrm>
            <a:off x="6643116" y="2240280"/>
            <a:ext cx="640080" cy="640080"/>
          </a:xfrm>
          <a:prstGeom prst="ellipse">
            <a:avLst/>
          </a:prstGeom>
          <a:solidFill>
            <a:srgbClr val="2225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4003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43116" y="3017520"/>
            <a:ext cx="4494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43116" y="3566160"/>
            <a:ext cx="4494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dashboard for board members and organizers only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weekly schedule and tournament divisions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or remove major events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announcements that appear on the home page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member list and who has admin access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direction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identity closer to a wooden chess set than a generic tech site: warm, sleek, and easy to navigate.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1618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 &amp; dark sections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F1ECD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background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A978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accent color, used sparingly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26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serif display face for headings, paired with a clean sans-serif for body copy, for a look that feels considered rather than templated.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526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consistent menu across desktop and mobile, so there's never a question of where to find the schedule, membership info, or a member's own account.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build, so the board can review progress and give direction before the site goes live.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2407158" cy="3291840"/>
          </a:xfrm>
          <a:prstGeom prst="roundRect">
            <a:avLst>
              <a:gd name="adj" fmla="val 3039"/>
            </a:avLst>
          </a:prstGeom>
          <a:solidFill>
            <a:srgbClr val="1F222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468880"/>
            <a:ext cx="594360" cy="594360"/>
          </a:xfrm>
          <a:prstGeom prst="ellipse">
            <a:avLst/>
          </a:prstGeom>
          <a:solidFill>
            <a:srgbClr val="2B2F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571" y="26026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00400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9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502152"/>
            <a:ext cx="18585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design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114800"/>
            <a:ext cx="18585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content and structure, establish the visual direction.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04438" y="2148840"/>
            <a:ext cx="2407158" cy="3291840"/>
          </a:xfrm>
          <a:prstGeom prst="roundRect">
            <a:avLst>
              <a:gd name="adj" fmla="val 3039"/>
            </a:avLst>
          </a:prstGeom>
          <a:solidFill>
            <a:srgbClr val="1F2229"/>
          </a:solidFill>
          <a:ln/>
        </p:spPr>
      </p:sp>
      <p:sp>
        <p:nvSpPr>
          <p:cNvPr id="11" name="Shape 8"/>
          <p:cNvSpPr/>
          <p:nvPr/>
        </p:nvSpPr>
        <p:spPr>
          <a:xfrm>
            <a:off x="3778758" y="2468880"/>
            <a:ext cx="594360" cy="594360"/>
          </a:xfrm>
          <a:prstGeom prst="ellipse">
            <a:avLst/>
          </a:prstGeom>
          <a:solidFill>
            <a:srgbClr val="2B2F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489" y="260261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78758" y="3200400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9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778758" y="3502152"/>
            <a:ext cx="18585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778758" y="4114800"/>
            <a:ext cx="18585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public site, member accounts, and admin portal.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7356" y="2148840"/>
            <a:ext cx="2407158" cy="3291840"/>
          </a:xfrm>
          <a:prstGeom prst="roundRect">
            <a:avLst>
              <a:gd name="adj" fmla="val 3039"/>
            </a:avLst>
          </a:prstGeom>
          <a:solidFill>
            <a:srgbClr val="1F2229"/>
          </a:solidFill>
          <a:ln/>
        </p:spPr>
      </p:sp>
      <p:sp>
        <p:nvSpPr>
          <p:cNvPr id="17" name="Shape 13"/>
          <p:cNvSpPr/>
          <p:nvPr/>
        </p:nvSpPr>
        <p:spPr>
          <a:xfrm>
            <a:off x="6551676" y="2468880"/>
            <a:ext cx="594360" cy="594360"/>
          </a:xfrm>
          <a:prstGeom prst="ellipse">
            <a:avLst/>
          </a:prstGeom>
          <a:solidFill>
            <a:srgbClr val="2B2F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407" y="260261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51676" y="3200400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9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551676" y="3502152"/>
            <a:ext cx="18585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refine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551676" y="4114800"/>
            <a:ext cx="18585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review, content entry, and adjustments before launch.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0274" y="2148840"/>
            <a:ext cx="2407158" cy="3291840"/>
          </a:xfrm>
          <a:prstGeom prst="roundRect">
            <a:avLst>
              <a:gd name="adj" fmla="val 3039"/>
            </a:avLst>
          </a:prstGeom>
          <a:solidFill>
            <a:srgbClr val="1F2229"/>
          </a:solidFill>
          <a:ln/>
        </p:spPr>
      </p:sp>
      <p:sp>
        <p:nvSpPr>
          <p:cNvPr id="23" name="Shape 18"/>
          <p:cNvSpPr/>
          <p:nvPr/>
        </p:nvSpPr>
        <p:spPr>
          <a:xfrm>
            <a:off x="9324594" y="2468880"/>
            <a:ext cx="594360" cy="594360"/>
          </a:xfrm>
          <a:prstGeom prst="ellipse">
            <a:avLst/>
          </a:prstGeom>
          <a:solidFill>
            <a:srgbClr val="2B2F3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325" y="260261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4594" y="3200400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9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324594" y="3502152"/>
            <a:ext cx="18585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handoff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324594" y="4114800"/>
            <a:ext cx="18585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live, with a walkthrough of the admin portal for the board.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dates to be confirmed once the board approves scope.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breakdown for discussion. Final numbers to be confirmed once scope is approved.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725912" cy="685800"/>
          </a:xfrm>
          <a:prstGeom prst="rect">
            <a:avLst/>
          </a:prstGeom>
          <a:solidFill>
            <a:srgbClr val="F1EC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site redesign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677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Schedule, Classes, Membership, Contact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$X,XXX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accounts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53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member profile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2770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$X,XXX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10725912" cy="685800"/>
          </a:xfrm>
          <a:prstGeom prst="rect">
            <a:avLst/>
          </a:prstGeom>
          <a:solidFill>
            <a:srgbClr val="F1ECD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639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schedule, events, and announcements management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62872" y="3456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$X,XXX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 hosting &amp; maintenance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3251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optional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62872" y="4142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6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$XXX / 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892040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16181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892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total (one-time)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14232" y="4892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$X,XXX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822960" cy="822960"/>
          </a:xfrm>
          <a:prstGeom prst="ellipse">
            <a:avLst/>
          </a:prstGeom>
          <a:solidFill>
            <a:srgbClr val="1F22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" y="1008126"/>
            <a:ext cx="452628" cy="4526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8288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5176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0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reviews and discusses this proposal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0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approves scope and budget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0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meeting to confirm content and timeline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F0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feedback? I'm glad to walk through any part of this in more detail.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Viktor Zivojinovic  ·  [email]  ·  [phone]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2026-09-25T17:44:23Z</dcterms:created>
  <dcterms:modified xsi:type="dcterms:W3CDTF">2026-09-25T17:44:23Z</dcterms:modified>
</cp:coreProperties>
</file>